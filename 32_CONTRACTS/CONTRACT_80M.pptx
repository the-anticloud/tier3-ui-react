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$80,000,000 — Ui-React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Government | 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Ui-React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5-year sovereign deployment + FedRAMP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National government / defense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